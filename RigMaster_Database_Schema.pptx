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RigMaster AI Database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MongoDB Collections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Collections: 8</a:t>
            </a:r>
          </a:p>
          <a:p>
            <a:pPr lvl="1"/>
            <a:r>
              <a:t>1. users - User accounts and authentication</a:t>
            </a:r>
          </a:p>
          <a:p>
            <a:pPr lvl="1"/>
            <a:r>
              <a:t>2. saved_builds - User PC build configurations</a:t>
            </a:r>
          </a:p>
          <a:p>
            <a:pPr lvl="1"/>
            <a:r>
              <a:t>3. components - Hardware components catalog</a:t>
            </a:r>
          </a:p>
          <a:p>
            <a:pPr lvl="1"/>
            <a:r>
              <a:t>4. ai_cache - AI recommendation cache</a:t>
            </a:r>
          </a:p>
          <a:p>
            <a:pPr lvl="1"/>
            <a:r>
              <a:t>5. shopping_cache - Price lookup cache</a:t>
            </a:r>
          </a:p>
          <a:p>
            <a:pPr lvl="1"/>
            <a:r>
              <a:t>6. price_alerts - User price tracking alerts</a:t>
            </a:r>
          </a:p>
          <a:p>
            <a:pPr lvl="1"/>
            <a:r>
              <a:t>7. otps - One-time passwords for password reset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users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user ID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User's email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Username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Hashed password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is_admin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Admin flag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is_active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Active status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Creation timestamp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saved_builds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build ID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FOREIGN KEY → users._id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Build owner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'Custom Rig'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Build name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cpu_id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CPU reference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gpu_id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GPU reference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motherboard_id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Motherboard ref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RAM reference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storage_id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Storage ref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psu_id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PSU reference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case_id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Case reference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cooler_id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NULL, FOREIGN KEY → components._id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Cooler ref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is_public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Public visibility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Creation 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components (Common Fields)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component 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Component name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Type: cpu, gpu, etc.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Manufacturer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'Active'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Availability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(10,2)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Price in USD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MSRP in USD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retailer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Retailer name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Product URL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in_stock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BOOLEAN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Stock status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components (CPU Fields)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CPU socket type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Number of cores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core_count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Core count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boost_clock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Boost clock speed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core_clock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Base clock speed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TDP in Watts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microarchitecture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CPU architecture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graphics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Integrated GPU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components (GPU/Mobo/RAM)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GPU: Video memory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socket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Mobo: CPU socket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form_factor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Mobo: Size format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memory_type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Mobo: RAM type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RAM: Memory size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RAM: Speed (MHz)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components (Storage/PSU)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Storage: Capacity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Storage: Type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wattage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PSU: Power output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ai_cache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cache ID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cache_key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Cache identifier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16MB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Build recommendation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total_estimated_cost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(10,2)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AI explanation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16MB max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AI prediction data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Cache timestamp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shopping_cache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cache ID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Search query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listings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16MB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Product listings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expires_at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NOW()+24h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Expiration 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price_alerts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alert ID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FOREIGN KEY → users._id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 reference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component_id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FOREIGN KEY → components._id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Component ref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target_price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(10,2)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CHECK &gt; 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Price threshold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triggered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Alert status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Creation 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TABLE: otps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731520"/>
                <a:gridCol w="2286000"/>
                <a:gridCol w="914400"/>
                <a:gridCol w="155448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ObjectId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PRIMARY KEY, AUTO_INCREMENT, NOT NULL,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Unique OTP ID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User's email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NULL, CHECK: [0-9]{6}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6-digit OTP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expires_at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 bytes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NOW()+10m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Expiration time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pPr lvl="1"/>
            <a:r>
              <a:t>UNIQUE INDEX on email</a:t>
            </a:r>
          </a:p>
          <a:p>
            <a:pPr lvl="1"/>
            <a:r>
              <a:t>UNIQUE INDEX on username</a:t>
            </a:r>
          </a:p>
          <a:p>
            <a:pPr/>
            <a:r>
              <a:t>saved_builds</a:t>
            </a:r>
          </a:p>
          <a:p>
            <a:pPr lvl="1"/>
            <a:r>
              <a:t>INDEX on user_id</a:t>
            </a:r>
          </a:p>
          <a:p>
            <a:pPr lvl="1"/>
            <a:r>
              <a:t>COMPOSITE INDEX on (user_id, created_at DESC)</a:t>
            </a:r>
          </a:p>
          <a:p>
            <a:pPr/>
            <a:r>
              <a:t>components</a:t>
            </a:r>
          </a:p>
          <a:p>
            <a:pPr lvl="1"/>
            <a:r>
              <a:t>INDEX on category</a:t>
            </a:r>
          </a:p>
          <a:p>
            <a:pPr lvl="1"/>
            <a:r>
              <a:t>UNIQUE INDEX on (category, name)</a:t>
            </a:r>
          </a:p>
          <a:p>
            <a:pPr/>
            <a:r>
              <a:t>ai_cache / shopping_cache</a:t>
            </a:r>
          </a:p>
          <a:p>
            <a:pPr lvl="1"/>
            <a:r>
              <a:t>UNIQUE INDEX on cache_key / query</a:t>
            </a:r>
          </a:p>
          <a:p>
            <a:pPr lvl="1"/>
            <a:r>
              <a:t>TTL INDEX on expires_at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Application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Max Request Body Size: 16 MB</a:t>
            </a:r>
          </a:p>
          <a:p>
            <a:pPr>
              <a:defRPr sz="1400"/>
            </a:pPr>
            <a:r>
              <a:t>Password Min Length: 6 characters</a:t>
            </a:r>
          </a:p>
          <a:p>
            <a:pPr>
              <a:defRPr sz="1400"/>
            </a:pPr>
            <a:r>
              <a:t>Password Max Length: 255 characters</a:t>
            </a:r>
          </a:p>
          <a:p>
            <a:pPr>
              <a:defRPr sz="1400"/>
            </a:pPr>
            <a:r>
              <a:t>Username Max Length: 50 characters</a:t>
            </a:r>
          </a:p>
          <a:p>
            <a:pPr>
              <a:defRPr sz="1400"/>
            </a:pPr>
            <a:r>
              <a:t>Email Max Length: 255 characters</a:t>
            </a:r>
          </a:p>
          <a:p>
            <a:pPr>
              <a:defRPr sz="1400"/>
            </a:pPr>
            <a:r>
              <a:t>Build Name Max Length: 100 characters</a:t>
            </a:r>
          </a:p>
          <a:p>
            <a:pPr>
              <a:defRPr sz="1400"/>
            </a:pPr>
            <a:r>
              <a:t>OTP Length: Exactly 6 digits</a:t>
            </a:r>
          </a:p>
          <a:p>
            <a:pPr>
              <a:defRPr sz="1400"/>
            </a:pPr>
            <a:r>
              <a:t>OTP Expiry: 10 minutes</a:t>
            </a:r>
          </a:p>
          <a:p>
            <a:pPr>
              <a:defRPr sz="1400"/>
            </a:pPr>
            <a:r>
              <a:t>Shopping Cache TTL: 24 hours</a:t>
            </a:r>
          </a:p>
          <a:p>
            <a:pPr>
              <a:defRPr sz="1400"/>
            </a:pPr>
            <a:r>
              <a:t>AI Cache TTL: 7 days</a:t>
            </a:r>
          </a:p>
          <a:p>
            <a:pPr>
              <a:defRPr sz="1400"/>
            </a:pPr>
            <a:r>
              <a:t>Budget Range: $400 - $6,000</a:t>
            </a:r>
          </a:p>
          <a:p>
            <a:pPr>
              <a:defRPr sz="1400"/>
            </a:pPr>
            <a:r>
              <a:t>Build Comparison Limit: 2-3 builds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