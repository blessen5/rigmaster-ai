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 b="1">
                <a:solidFill>
                  <a:srgbClr val="6366F1"/>
                </a:solidFill>
              </a:defRPr>
            </a:pPr>
            <a:r>
              <a:t>RigMaster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AI-Assisted System Assembly and Configuration</a:t>
            </a:r>
          </a:p>
          <a:p/>
          <a:p>
            <a:r>
              <a:t>Blessen P Shaju | BSc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Specialized web-based system for computer hardware assembly.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Comprehensive tool for planning and validating custom PC builds.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Integrates rule-based logic with Generative AI for smart guidance.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Unified dashboard for managing hardware specifications.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Compatibility Complexity: Error-prone socket and RAM matching.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Financial Risk: Costly mistakes from incorrect component selection.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Fragmented Information: Information scattered across multiple sites.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Knowledge Barrier: Beginners lack guidance on physical assembly.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Unified Platform for selection, validation, and documentation.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Real-time Validation Engine for immediate feedback.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AI Expert Integration for context-aware assembly instructions.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Advanced Deployment Tools for individual and group projects.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Eliminate hardware incompatibility through rule-based checks.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Provide accurate Power Supply (PSU) capacity estimations.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Offer step-by-step assembly guidance and safety warnings.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Enable multi-project management and PDF export capabilities.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Frontend: HTML5, CSS3, Vanilla JavaScript.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Backend: Python (Flask Framework).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Database: MongoDB Atlas (NoSQL).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Logic: Custom Relational Constraint Engine.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AI: Google GenAI / Groq API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User Input -&gt; Builder Interface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System Logic -&gt; MongoDB Schema Checks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Constraint Engine -&gt; Compatibility Validation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Output -&gt; Interactive Analysis &amp; PDF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 (MongoDB)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Users Collection: Authentication and preferences.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Components Collection: Detailed hardware specifications.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Saved Builds: Individual system configurations.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Group Builds: Bulk deployment manifests.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Live System Builder with real-time feedback.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Advanced Compatibility Analysis &amp; Power Estimation.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AI-Powered Assembly Advisor.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Bulk Deployment Management (Group Builder).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Standardized PDF Export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rigmaster_builder_ui_17769294324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2651760" cy="2651760"/>
          </a:xfrm>
          <a:prstGeom prst="rect">
            <a:avLst/>
          </a:prstGeom>
        </p:spPr>
      </p:pic>
      <p:pic>
        <p:nvPicPr>
          <p:cNvPr id="5" name="Picture 4" descr="rigmaster_analysis_ui_17769294583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286000"/>
            <a:ext cx="2651760" cy="2651760"/>
          </a:xfrm>
          <a:prstGeom prst="rect">
            <a:avLst/>
          </a:prstGeom>
        </p:spPr>
      </p:pic>
      <p:pic>
        <p:nvPicPr>
          <p:cNvPr id="6" name="Picture 5" descr="rigmaster_ai_ui_17769294819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286000"/>
            <a:ext cx="26517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Performance Benchmarking (FPS prediction).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Real-time E-commerce and Price Integration.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Augmented Reality (AR) assembly guidance.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Global Community Build Repository.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RigMaster AI simplifies complex hardware configuration.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Ensures technical compatibility and reduces build errors.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Lowers the entry barrier for new PC builders.</a:t>
            </a:r>
          </a:p>
          <a:p>
            <a:pPr>
              <a:spcAft>
                <a:spcPts val="1400"/>
              </a:spcAft>
              <a:defRPr sz="2000">
                <a:latin typeface="Inter"/>
              </a:defRPr>
            </a:pPr>
            <a:r>
              <a:t>Provides a professional toolset for deployment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